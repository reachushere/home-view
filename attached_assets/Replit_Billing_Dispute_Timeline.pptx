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058400"/>
  <p:notesSz cx="100584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1828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REPLIT BILLING DISPUTE TIMELINE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566928"/>
            <a:ext cx="1828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– April 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7739360" cy="384048"/>
          </a:xfrm>
          <a:prstGeom prst="rect">
            <a:avLst/>
          </a:prstGeom>
          <a:solidFill>
            <a:srgbClr val="0E2C66"/>
          </a:solidFill>
          <a:ln w="12700">
            <a:solidFill>
              <a:srgbClr val="0E2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0"/>
            <a:ext cx="17739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SPEND: ~$20,000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DISPUTED AMOUNT: ~$10,000 (EST. 50%)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ISSUES: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Misrepresentation, System Loops, False Completions, Withheld Logs, Poor Support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508760"/>
            <a:ext cx="1717243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Initial Representations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2011680"/>
            <a:ext cx="1717243" cy="18288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created and use of Replit begins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produces incorrect outputs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rework and inefficiencies begin immediately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018995" y="1508760"/>
            <a:ext cx="1717243" cy="502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64715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9,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 Confirmation – Documented)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18995" y="2011680"/>
            <a:ext cx="1717243" cy="1828800"/>
          </a:xfrm>
          <a:prstGeom prst="rect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73859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how to obtain full conversation logs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references that they were previously told this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responds: "That sounds right… support should be able to help…"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809390" y="1508760"/>
            <a:ext cx="1717243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55110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17,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Technical Failure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09390" y="2011680"/>
            <a:ext cx="1717243" cy="18288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64254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stuck in security scan for hours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blocked and unable to proceed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599786" y="1508760"/>
            <a:ext cx="1717243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45506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19,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Charge Processed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599786" y="2011680"/>
            <a:ext cx="1717243" cy="18288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4650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processed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persist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resolution provided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90181" y="1508760"/>
            <a:ext cx="1717243" cy="502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35901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28,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Billing Dispute Initiated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90181" y="2011680"/>
            <a:ext cx="1717243" cy="1828800"/>
          </a:xfrm>
          <a:prstGeom prst="rect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5045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formally disputes billing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full logs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billing review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loops, wasted work, and false completions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9180576" y="1508760"/>
            <a:ext cx="1717243" cy="502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26296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– MID APRIL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Not Provided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80576" y="2011680"/>
            <a:ext cx="1717243" cy="1828800"/>
          </a:xfrm>
          <a:prstGeom prst="rect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0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requests made for logs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never provided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explanation for refusal or delay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0970971" y="1508760"/>
            <a:ext cx="1717243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16691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6,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Loss – Functional Deletion Under "Styling" Commit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970971" y="2011680"/>
            <a:ext cx="1717243" cy="18288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025835" y="2039112"/>
            <a:ext cx="16075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labeled as styling removed substantial project functionality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later identified loss of workflow, progress, filters, badges, and dependency-related UI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was then required to spend additional time and usage restoring or rebuilding prior functionality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Project Loss 1–51.png and updated project conversation evidence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025835" y="3584448"/>
            <a:ext cx="776326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025835" y="3584448"/>
            <a:ext cx="77632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FAILURE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1857025" y="3584448"/>
            <a:ext cx="776326" cy="20116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57025" y="3584448"/>
            <a:ext cx="77632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/ ADMISSION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12761366" y="1508760"/>
            <a:ext cx="1717243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807086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Loss – Styling Pass Regression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2761366" y="2011680"/>
            <a:ext cx="1717243" cy="18288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816230" y="2039112"/>
            <a:ext cx="16075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"Styling" commit deleted core functionality (455 lines removed / only 338 added)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removed: priority badges, progress bars, view modes, filters, stat counters, workflow &amp; dependencies panel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rework required to restore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Project Loss 1–4.png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2816230" y="3584448"/>
            <a:ext cx="776326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816230" y="3584448"/>
            <a:ext cx="77632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FAILURE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13647420" y="3584448"/>
            <a:ext cx="776326" cy="20116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647420" y="3584448"/>
            <a:ext cx="77632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/ ADMISSION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14551762" y="1508760"/>
            <a:ext cx="1717243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597482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20,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Notice Sent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4551762" y="2011680"/>
            <a:ext cx="1717243" cy="18288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4606626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issues formal notice referencing Ontario Consumer Protection Act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Demands resolution, logs, and refund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of chargeback and further action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6342157" y="1508760"/>
            <a:ext cx="1717243" cy="5029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6387877" y="1527048"/>
            <a:ext cx="1625803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RECENT (Approx. Late April)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Inadequate Support Response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6342157" y="2011680"/>
            <a:ext cx="1717243" cy="1828800"/>
          </a:xfrm>
          <a:prstGeom prst="rect">
            <a:avLst/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6397021" y="2039112"/>
            <a:ext cx="1607515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only "general advice"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explanation of root cause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follow-up after follow-up request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" y="4005072"/>
            <a:ext cx="178308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32358" y="395020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28600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January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822753" y="3950208"/>
            <a:ext cx="109728" cy="10972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8995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9, 2026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613148" y="3950208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809390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17, 2026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403543" y="3950208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99786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19, 2026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8193938" y="3950208"/>
            <a:ext cx="109728" cy="10972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0181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28, 2026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9984334" y="3950208"/>
            <a:ext cx="109728" cy="10972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180576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Early-Mid Apr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1774729" y="3950208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970971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6, 2026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13565124" y="3950208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761366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(Project Loss)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5355519" y="3950208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4551762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20, 2026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17145914" y="3950208"/>
            <a:ext cx="109728" cy="10972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6342157" y="4078224"/>
            <a:ext cx="17172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April 2026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28600" y="4370832"/>
            <a:ext cx="1717243" cy="1325880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01752" y="4443984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01752" y="44439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649224" y="4425696"/>
            <a:ext cx="12417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January 2026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320040" y="4828032"/>
            <a:ext cx="153436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indicates that a copy of conversation logs can be obtained through support.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relies on this understanding and continues using the platform.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018995" y="4370832"/>
            <a:ext cx="1717243" cy="1325880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92147" y="4443984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92147" y="44439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2439619" y="4425696"/>
            <a:ext cx="12417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9, 2026 — Reliance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2110435" y="4828032"/>
            <a:ext cx="153436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confirms this understanding and does not correct or limit it.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continues using Replit in reliance on this confirmation.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3809390" y="4370832"/>
            <a:ext cx="3507638" cy="1325880"/>
          </a:xfrm>
          <a:prstGeom prst="rect">
            <a:avLst/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882542" y="4443984"/>
            <a:ext cx="292608" cy="29260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882542" y="44439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4230014" y="4425696"/>
            <a:ext cx="303215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 – 26, 2026 — Support Tickets Closed Without Resolution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3900830" y="4828032"/>
            <a:ext cx="33247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tickets closed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closed automatically or without resolution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Reopened repeatedly with no meaningful outcome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9180576" y="4370832"/>
            <a:ext cx="1717243" cy="1325880"/>
          </a:xfrm>
          <a:prstGeom prst="rect">
            <a:avLst/>
          </a:prstGeom>
          <a:solidFill>
            <a:srgbClr val="FEF3C7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53728" y="4443984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253728" y="44439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200" dirty="0"/>
          </a:p>
        </p:txBody>
      </p:sp>
      <p:sp>
        <p:nvSpPr>
          <p:cNvPr id="93" name="Text 91"/>
          <p:cNvSpPr/>
          <p:nvPr/>
        </p:nvSpPr>
        <p:spPr>
          <a:xfrm>
            <a:off x="9601200" y="4425696"/>
            <a:ext cx="12417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Prematurely States "No Issue"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9272016" y="4828032"/>
            <a:ext cx="153436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Replit agent states "no issue" before user fully explains what is in dispute.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investigation occurs.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14551762" y="4370832"/>
            <a:ext cx="1717243" cy="1325880"/>
          </a:xfrm>
          <a:prstGeom prst="rect">
            <a:avLst/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4624914" y="4443984"/>
            <a:ext cx="292608" cy="29260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4624914" y="44439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14972386" y="4425696"/>
            <a:ext cx="12417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Impact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4643202" y="4828032"/>
            <a:ext cx="153436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frustration, lost time, and excessive charges.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resolution to date.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274320" y="5971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EVIDENCE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3931920" y="5971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SS History1.pdf, Other Screenshots, and Project Loss 1–51.png)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274320" y="6300216"/>
            <a:ext cx="2133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47472" y="6355080"/>
            <a:ext cx="19872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admits repeated loops and going "in circles"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2499360" y="6300216"/>
            <a:ext cx="2133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72512" y="6355080"/>
            <a:ext cx="19872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admits ignoring instructions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4724400" y="6300216"/>
            <a:ext cx="2133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797552" y="6355080"/>
            <a:ext cx="19872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admits false "pushed" confirmations (work not actually deployed)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49440" y="6300216"/>
            <a:ext cx="2133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022592" y="6355080"/>
            <a:ext cx="19872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admits repeatedly doing the same work multiple times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9174480" y="6300216"/>
            <a:ext cx="2133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247632" y="6355080"/>
            <a:ext cx="19872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loses context and forgets prior conversations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11399520" y="6300216"/>
            <a:ext cx="2133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1472672" y="6355080"/>
            <a:ext cx="19872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 above resulted in wasted time and excessive billable usage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13716000" y="6300216"/>
            <a:ext cx="141732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3716000" y="6300216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FAILURE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13716000" y="6711696"/>
            <a:ext cx="1417320" cy="36576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3716000" y="6711696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/ ADMISSION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15361920" y="5971032"/>
            <a:ext cx="269748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0E2C66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5416784" y="6007608"/>
            <a:ext cx="25877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– Screenshot Evidence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15416784" y="6217920"/>
            <a:ext cx="25877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(Example: Log Confirmation on Feb 9, 2026)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15416784" y="6428232"/>
            <a:ext cx="25877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</a:t>
            </a:r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request a copy of all of my conversations with you when I opened my account? How do I do that?"</a:t>
            </a:r>
            <a:endParaRPr lang="en-US" sz="700" dirty="0"/>
          </a:p>
          <a:p>
            <a:pPr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</a:t>
            </a:r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"OK because before you told me that support can give me a copy of all of my conversations"</a:t>
            </a:r>
            <a:endParaRPr lang="en-US" sz="700" dirty="0"/>
          </a:p>
          <a:p>
            <a:pPr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Agent: </a:t>
            </a:r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"That sounds right — Replit's support team should be able to help you in getting a copy of your conversation history. You can reach them through the support options in your Replit account settings or at replit.com/support."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274320" y="7260336"/>
            <a:ext cx="1773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SUMMARY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274320" y="7580376"/>
            <a:ext cx="4229100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0E2C6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29184" y="7626096"/>
            <a:ext cx="41193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Spent</a:t>
            </a:r>
            <a:endParaRPr lang="en-US" sz="9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~$20,000</a:t>
            </a:r>
            <a:endParaRPr lang="en-US" sz="9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 – Apr 2026)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4777740" y="7580376"/>
            <a:ext cx="4229100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0E2C6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832604" y="7626096"/>
            <a:ext cx="41193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Wasted / Redundant Charges</a:t>
            </a:r>
            <a:endParaRPr lang="en-US" sz="9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~$10,000</a:t>
            </a:r>
            <a:endParaRPr lang="en-US" sz="9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(Approx. 50% of total spend)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281160" y="7580376"/>
            <a:ext cx="4229100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0E2C6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336024" y="7626096"/>
            <a:ext cx="41193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Reasonable Time to Complete</a:t>
            </a:r>
            <a:endParaRPr lang="en-US" sz="9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– 50%</a:t>
            </a:r>
            <a:endParaRPr lang="en-US" sz="9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actual time and cost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13784580" y="7580376"/>
            <a:ext cx="4229100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0E2C6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3839444" y="7626096"/>
            <a:ext cx="41193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</a:t>
            </a:r>
            <a:endParaRPr lang="en-US" sz="9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of late April 2026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274320" y="8494776"/>
            <a:ext cx="1773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LEGAL &amp; CONSUMER REFERENCE POINTS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274320" y="8823960"/>
            <a:ext cx="573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Misrepresentation of log availability (relied upon)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278880" y="8823960"/>
            <a:ext cx="573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representation of work completion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12283440" y="8823960"/>
            <a:ext cx="573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and unconscionable charges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274320" y="9198864"/>
            <a:ext cx="573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provide requested records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6278880" y="9198864"/>
            <a:ext cx="573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Premature dismissal of dispute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12283440" y="9198864"/>
            <a:ext cx="573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meaningful support and escalation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Replit Billing Dispute Timeline</dc:title>
  <dc:subject>PptxGenJS Presentation</dc:subject>
  <dc:creator>PptxGenJS</dc:creator>
  <cp:lastModifiedBy>PptxGenJS</cp:lastModifiedBy>
  <cp:revision>1</cp:revision>
  <dcterms:created xsi:type="dcterms:W3CDTF">2026-04-23T06:41:45Z</dcterms:created>
  <dcterms:modified xsi:type="dcterms:W3CDTF">2026-04-23T06:41:45Z</dcterms:modified>
</cp:coreProperties>
</file>