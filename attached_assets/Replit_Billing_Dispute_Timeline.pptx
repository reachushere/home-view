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058400"/>
  <p:notesSz cx="100584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1828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BILLING DISPUTE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566928"/>
            <a:ext cx="1828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April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7739360" cy="384048"/>
          </a:xfrm>
          <a:prstGeom prst="rect">
            <a:avLst/>
          </a:prstGeom>
          <a:solidFill>
            <a:srgbClr val="0E2C66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773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SPEND: ~$20,000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AMOUNT: ~$10,000 (EST. 50%)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ISSUES: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Misrepresentation, System Loops, False Completions, Withheld Logs, Poor Support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1717243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Initial Representations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2011680"/>
            <a:ext cx="1717243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and use of Replit begins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produces incorrect outputs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rework and inefficiencies begin immediately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18995" y="1508760"/>
            <a:ext cx="1717243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4715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9,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Confirmation – Documented)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8995" y="2011680"/>
            <a:ext cx="1717243" cy="18288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3859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how to obtain full conversation logs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references that they were previously told this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responds: "That sounds right… support should be able to help…"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09390" y="1508760"/>
            <a:ext cx="1717243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5110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17,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Technical Failure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09390" y="2011680"/>
            <a:ext cx="1717243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4254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stuck in security scan for hours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blocked and unable to proceed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99786" y="1508760"/>
            <a:ext cx="1717243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5506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19,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Charge Processed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99786" y="2011680"/>
            <a:ext cx="1717243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4650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processed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persist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resolution provided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90181" y="1508760"/>
            <a:ext cx="1717243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5901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28,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Billing Dispute Initiated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90181" y="2011680"/>
            <a:ext cx="1717243" cy="18288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5045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formally disputes billing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full logs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billing review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loops, wasted work, and false completions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180576" y="1508760"/>
            <a:ext cx="1717243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– MID APRIL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Not Provided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80576" y="2011680"/>
            <a:ext cx="1717243" cy="18288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requests made for logs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never provided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for refusal or delay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0970971" y="1508760"/>
            <a:ext cx="1717243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16691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6,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Loss – Functional Deletion Under "Styling" Commit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0971" y="2011680"/>
            <a:ext cx="1717243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25835" y="2039112"/>
            <a:ext cx="16075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labeled as styling removed substantial project functionality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later identified loss of workflow, progress, filters, badges, and dependency-related UI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was then required to spend additional time and usage restoring or rebuilding prior functionality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Project Loss 1–51.png and updated project conversation evidence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025835" y="3584448"/>
            <a:ext cx="77632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25835" y="3584448"/>
            <a:ext cx="7763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FAILURE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1857025" y="3584448"/>
            <a:ext cx="776326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57025" y="3584448"/>
            <a:ext cx="7763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ADMISSION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2761366" y="1508760"/>
            <a:ext cx="1717243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7086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Loss – Styling Pass Regression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761366" y="2011680"/>
            <a:ext cx="1717243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16230" y="2039112"/>
            <a:ext cx="16075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"Styling" commit deleted core functionality (455 lines removed / only 338 added)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removed: priority badges, progress bars, view modes, filters, stat counters, workflow &amp; dependencies panel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rework required to restore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Project Loss 1–4.png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2816230" y="3584448"/>
            <a:ext cx="77632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16230" y="3584448"/>
            <a:ext cx="7763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FAILURE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3647420" y="3584448"/>
            <a:ext cx="776326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647420" y="3584448"/>
            <a:ext cx="7763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ADMISSION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4551762" y="1508760"/>
            <a:ext cx="1717243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97482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20,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Notice Sent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4551762" y="2011680"/>
            <a:ext cx="1717243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06626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issues formal notice referencing Ontario Consumer Protection Act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resolution, logs, and refund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of chargeback and further action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6342157" y="1508760"/>
            <a:ext cx="1717243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387877" y="1527048"/>
            <a:ext cx="162580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(Approx. Late April)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Support Response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342157" y="2011680"/>
            <a:ext cx="1717243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397021" y="2039112"/>
            <a:ext cx="160751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only "general advice"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root cause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 after follow-up request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8600" y="4005072"/>
            <a:ext cx="178308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2358" y="3950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January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822753" y="395020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8995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9, 2026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13148" y="395020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09390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17, 2026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03543" y="395020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99786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19, 2026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193938" y="395020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90181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28, 2026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984334" y="395020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80576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Early-Mid Apr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1774729" y="395020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970971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6, 2026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3565124" y="395020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761366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(Project Loss)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5355519" y="395020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4551762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20, 2026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7145914" y="3950208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6342157" y="4078224"/>
            <a:ext cx="17172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April 2026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28600" y="4370832"/>
            <a:ext cx="1717243" cy="1325880"/>
          </a:xfrm>
          <a:prstGeom prst="rect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1752" y="444398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49224" y="4425696"/>
            <a:ext cx="12417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January 2026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20040" y="4828032"/>
            <a:ext cx="153436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indicates that a copy of conversation logs can be obtained through support.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relies on this understanding and continues using the platform.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18995" y="4370832"/>
            <a:ext cx="1717243" cy="1325880"/>
          </a:xfrm>
          <a:prstGeom prst="rect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92147" y="444398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92147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2439619" y="4425696"/>
            <a:ext cx="12417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9, 2026 — Reliance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110435" y="4828032"/>
            <a:ext cx="153436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confirms this understanding and does not correct or limit it.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continues using Replit in reliance on this confirmation.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809390" y="4370832"/>
            <a:ext cx="3507638" cy="1325880"/>
          </a:xfrm>
          <a:prstGeom prst="rect">
            <a:avLst/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882542" y="444398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82542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4230014" y="4425696"/>
            <a:ext cx="303215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 – 26, 2026 — Support Tickets Closed Without Resolution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3900830" y="4828032"/>
            <a:ext cx="33247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tickets closed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closed automatically or without resolution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repeatedly with no meaningful outcome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9180576" y="4370832"/>
            <a:ext cx="1717243" cy="1325880"/>
          </a:xfrm>
          <a:prstGeom prst="rect">
            <a:avLst/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253728" y="444398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253728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9601200" y="4425696"/>
            <a:ext cx="12417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Prematurely States "No Issue"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9272016" y="4828032"/>
            <a:ext cx="153436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agent states "no issue" before user fully explains what is in dispute.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investigation occurs.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4551762" y="4370832"/>
            <a:ext cx="1717243" cy="1325880"/>
          </a:xfrm>
          <a:prstGeom prst="rect">
            <a:avLst/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4624914" y="444398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4624914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4972386" y="4425696"/>
            <a:ext cx="12417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Impact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4643202" y="4828032"/>
            <a:ext cx="153436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frustration, lost time, and excessive charges.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resolution to date.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74320" y="5971032"/>
            <a:ext cx="12344400" cy="292608"/>
          </a:xfrm>
          <a:prstGeom prst="rect">
            <a:avLst/>
          </a:prstGeom>
          <a:solidFill>
            <a:srgbClr val="0E2C66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1480" y="597103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EVIDENCE  </a:t>
            </a:r>
            <a:pPr algn="l" indent="0" marL="0">
              <a:buNone/>
            </a:pPr>
            <a:r>
              <a:rPr lang="en-US" sz="9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SS History1.pdf, Other Screenshots, and Project Loss 1–51.png)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139952" y="6318504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39952" y="6318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356616" y="6757416"/>
            <a:ext cx="1969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admits repeated loops and going "in circles"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3182112" y="6318504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182112" y="6318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2398776" y="6757416"/>
            <a:ext cx="1969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admits ignoring instructions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224272" y="6318504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224272" y="6318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4440936" y="6757416"/>
            <a:ext cx="1969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admits false "pushed" confirmations (work not actually deployed)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7266432" y="6318504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66432" y="6318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6483096" y="6757416"/>
            <a:ext cx="1969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admits repeatedly doing the same work multiple times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308592" y="6318504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308592" y="6318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</a:t>
            </a:r>
            <a:endParaRPr lang="en-US" sz="1800" dirty="0"/>
          </a:p>
        </p:txBody>
      </p:sp>
      <p:sp>
        <p:nvSpPr>
          <p:cNvPr id="116" name="Text 114"/>
          <p:cNvSpPr/>
          <p:nvPr/>
        </p:nvSpPr>
        <p:spPr>
          <a:xfrm>
            <a:off x="8525256" y="6757416"/>
            <a:ext cx="1969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loses context and forgets prior conversations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11350752" y="6318504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1350752" y="6318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119" name="Text 117"/>
          <p:cNvSpPr/>
          <p:nvPr/>
        </p:nvSpPr>
        <p:spPr>
          <a:xfrm>
            <a:off x="10567416" y="6757416"/>
            <a:ext cx="1969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 resulted in wasted time and excessive billable usage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2618720" y="6318504"/>
            <a:ext cx="1417320" cy="457200"/>
          </a:xfrm>
          <a:prstGeom prst="rect">
            <a:avLst/>
          </a:prstGeom>
          <a:solidFill>
            <a:srgbClr val="B91C1C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2618720" y="631850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FAILURE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12618720" y="6821424"/>
            <a:ext cx="1417320" cy="457200"/>
          </a:xfrm>
          <a:prstGeom prst="rect">
            <a:avLst/>
          </a:prstGeom>
          <a:solidFill>
            <a:srgbClr val="6D28D9"/>
          </a:solidFill>
          <a:ln w="19050">
            <a:solidFill>
              <a:srgbClr val="4C1D9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2618720" y="68214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ADMISSION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14721840" y="5971032"/>
            <a:ext cx="3291840" cy="1307592"/>
          </a:xfrm>
          <a:prstGeom prst="rect">
            <a:avLst/>
          </a:prstGeom>
          <a:solidFill>
            <a:srgbClr val="FFFFFF"/>
          </a:solidFill>
          <a:ln w="15875">
            <a:solidFill>
              <a:srgbClr val="0E2C6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4794992" y="6007608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– Screenshot Evidence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14794992" y="6227064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(Example: Log Confirmation on Feb 9, 2026)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14794992" y="6428232"/>
            <a:ext cx="314553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request a copy of all of my conversations with you when I opened my account? How do I do that?"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 because before you told me that support can give me a copy of all of my conversations"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Agent: </a:t>
            </a:r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sounds right — Replit's support team should be able to help you in getting a copy of your conversation history. You can reach them through the support options in your Replit account settings or at replit.com/support."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74320" y="7461504"/>
            <a:ext cx="8778240" cy="292608"/>
          </a:xfrm>
          <a:prstGeom prst="rect">
            <a:avLst/>
          </a:prstGeom>
          <a:solidFill>
            <a:srgbClr val="0E2C66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74320" y="746150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9235440" y="7461504"/>
            <a:ext cx="8778240" cy="292608"/>
          </a:xfrm>
          <a:prstGeom prst="rect">
            <a:avLst/>
          </a:prstGeom>
          <a:solidFill>
            <a:srgbClr val="0E2C66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235440" y="746150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LEGAL &amp; CONSUMER REFERENCE POINTS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320040" y="7827264"/>
            <a:ext cx="2865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11480" y="8083296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11480" y="8083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35" name="Text 133"/>
          <p:cNvSpPr/>
          <p:nvPr/>
        </p:nvSpPr>
        <p:spPr>
          <a:xfrm>
            <a:off x="868680" y="7872984"/>
            <a:ext cx="2270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9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~$20,000</a:t>
            </a:r>
            <a:endParaRPr lang="en-US" sz="9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– Apr 2026)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3230880" y="7827264"/>
            <a:ext cx="2865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322320" y="8083296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322320" y="8083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39" name="Text 137"/>
          <p:cNvSpPr/>
          <p:nvPr/>
        </p:nvSpPr>
        <p:spPr>
          <a:xfrm>
            <a:off x="3779520" y="7872984"/>
            <a:ext cx="2270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Wasted / Redundant Charges</a:t>
            </a:r>
            <a:endParaRPr lang="en-US" sz="9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~$10,000</a:t>
            </a:r>
            <a:endParaRPr lang="en-US" sz="9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(Approx. 50% of total spend)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141720" y="7827264"/>
            <a:ext cx="2865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233160" y="8083296"/>
            <a:ext cx="402336" cy="402336"/>
          </a:xfrm>
          <a:prstGeom prst="ellipse">
            <a:avLst/>
          </a:prstGeom>
          <a:solidFill>
            <a:srgbClr val="0E2C66"/>
          </a:solidFill>
          <a:ln w="12700">
            <a:solidFill>
              <a:srgbClr val="0E2C66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233160" y="8083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43" name="Text 141"/>
          <p:cNvSpPr/>
          <p:nvPr/>
        </p:nvSpPr>
        <p:spPr>
          <a:xfrm>
            <a:off x="6690360" y="7872984"/>
            <a:ext cx="2270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Time to Complete</a:t>
            </a:r>
            <a:endParaRPr lang="en-US" sz="9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taken 25% – 50%</a:t>
            </a:r>
            <a:endParaRPr lang="en-US" sz="9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time and cost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9281160" y="7827264"/>
            <a:ext cx="429768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Misrepresentation of log availability (relied upon)</a:t>
            </a:r>
            <a:endParaRPr lang="en-US" sz="1000" dirty="0"/>
          </a:p>
        </p:txBody>
      </p:sp>
      <p:sp>
        <p:nvSpPr>
          <p:cNvPr id="145" name="Text 143"/>
          <p:cNvSpPr/>
          <p:nvPr/>
        </p:nvSpPr>
        <p:spPr>
          <a:xfrm>
            <a:off x="9281160" y="8116824"/>
            <a:ext cx="429768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representation of work completion</a:t>
            </a:r>
            <a:endParaRPr lang="en-US" sz="1000" dirty="0"/>
          </a:p>
        </p:txBody>
      </p:sp>
      <p:sp>
        <p:nvSpPr>
          <p:cNvPr id="146" name="Text 144"/>
          <p:cNvSpPr/>
          <p:nvPr/>
        </p:nvSpPr>
        <p:spPr>
          <a:xfrm>
            <a:off x="9281160" y="8406384"/>
            <a:ext cx="429768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and unconscionable charges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13624560" y="7827264"/>
            <a:ext cx="429768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provide requested records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13624560" y="8116824"/>
            <a:ext cx="429768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dismissal of dispute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13624560" y="8406384"/>
            <a:ext cx="429768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meaningful support and escalation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Replit Billing Dispute Timeline</dc:title>
  <dc:subject>PptxGenJS Presentation</dc:subject>
  <dc:creator>PptxGenJS</dc:creator>
  <cp:lastModifiedBy>PptxGenJS</cp:lastModifiedBy>
  <cp:revision>1</cp:revision>
  <dcterms:created xsi:type="dcterms:W3CDTF">2026-04-23T06:53:18Z</dcterms:created>
  <dcterms:modified xsi:type="dcterms:W3CDTF">2026-04-23T06:53:18Z</dcterms:modified>
</cp:coreProperties>
</file>